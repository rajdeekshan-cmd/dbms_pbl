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822960"/>
            <a:ext cx="2926080" cy="2926080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85800"/>
            <a:ext cx="822960" cy="822960"/>
          </a:xfrm>
          <a:prstGeom prst="ellipse">
            <a:avLst/>
          </a:prstGeom>
          <a:solidFill>
            <a:srgbClr val="E8A93C"/>
          </a:solidFill>
          <a:ln/>
        </p:spPr>
      </p:sp>
      <p:pic>
        <p:nvPicPr>
          <p:cNvPr id="5" name="Image 0" descr="/home/claude/project19/ppt/icons/c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785" y="79278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31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 • PROJECT NO. 19 • REVIEW 3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1792" y="269748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 Rental Reservation and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Return Management System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434340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— Application, Final Demonstration,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and Viva-Voce.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5257800"/>
            <a:ext cx="2926080" cy="0"/>
          </a:xfrm>
          <a:prstGeom prst="line">
            <a:avLst/>
          </a:prstGeom>
          <a:noFill/>
          <a:ln w="15875">
            <a:solidFill>
              <a:srgbClr val="4450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394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DEEKSHAN RAJ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25WU0102037  ·  Class: AIML RHINOS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WOXSEN UNIVERSITY — Week 16 Review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Three-Tier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183112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</p:sp>
      <p:pic>
        <p:nvPicPr>
          <p:cNvPr id="5" name="Image 0" descr="/home/claude/project19/diagrams/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77440" y="1645920"/>
            <a:ext cx="7406640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46888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2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39776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Tkinter · MySQL Connector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51960" y="914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roject19/ppt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7340" y="97978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83480" y="896112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— full CRUD on the fleet master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425196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home/claude/project19/ppt/icons/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340" y="1985620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83480" y="1901952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— full CRUD with licence validation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4251960" y="2926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/home/claude/project19/ppt/icons/diagr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340" y="2991460"/>
            <a:ext cx="372161" cy="37216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83480" y="2907792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— availability search &amp; booking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4251960" y="3931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3" descr="/home/claude/project19/ppt/icons/rou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340" y="3997300"/>
            <a:ext cx="372161" cy="37216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983480" y="3913632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&amp; Return — inspection and auto-billing</a:t>
            </a:r>
            <a:endParaRPr lang="en-US" sz="1550" dirty="0"/>
          </a:p>
        </p:txBody>
      </p:sp>
      <p:sp>
        <p:nvSpPr>
          <p:cNvPr id="17" name="Shape 11"/>
          <p:cNvSpPr/>
          <p:nvPr/>
        </p:nvSpPr>
        <p:spPr>
          <a:xfrm>
            <a:off x="4251960" y="4937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4" descr="/home/claude/project19/ppt/icons/tab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7340" y="5003140"/>
            <a:ext cx="372161" cy="37216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983480" y="4919472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— all 6 views in one dashboard tab</a:t>
            </a:r>
            <a:endParaRPr lang="en-US" sz="1550" dirty="0"/>
          </a:p>
        </p:txBody>
      </p:sp>
      <p:sp>
        <p:nvSpPr>
          <p:cNvPr id="20" name="Text 1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→ Return → Invoice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database access goes through one helper module that always uses parameterised queries.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08792" cy="4480560"/>
          </a:xfrm>
          <a:prstGeom prst="roundRect">
            <a:avLst>
              <a:gd name="adj" fmla="val 1429"/>
            </a:avLst>
          </a:prstGeom>
          <a:solidFill>
            <a:srgbClr val="141B4D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rgbClr val="E8A93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196596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Rental row for the reservation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697480"/>
            <a:ext cx="457200" cy="457200"/>
          </a:xfrm>
          <a:prstGeom prst="ellipse">
            <a:avLst/>
          </a:prstGeom>
          <a:solidFill>
            <a:srgbClr val="E8A93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0200" y="265176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pickup odometer/time → trigger sets Vehicle.status = RENTED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383280"/>
            <a:ext cx="457200" cy="457200"/>
          </a:xfrm>
          <a:prstGeom prst="ellipse">
            <a:avLst/>
          </a:prstGeom>
          <a:solidFill>
            <a:srgbClr val="E8A93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00200" y="333756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PICKUP Inspection + FuelReading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4069080"/>
            <a:ext cx="457200" cy="457200"/>
          </a:xfrm>
          <a:prstGeom prst="ellipse">
            <a:avLst/>
          </a:prstGeom>
          <a:solidFill>
            <a:srgbClr val="E8A93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402336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return: UPDATE return odometer/time → trigger sets Vehicle.status = AVAILABLE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4754880"/>
            <a:ext cx="457200" cy="457200"/>
          </a:xfrm>
          <a:prstGeom prst="ellipse">
            <a:avLst/>
          </a:prstGeom>
          <a:solidFill>
            <a:srgbClr val="E8A93C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00200" y="470916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RETURN Inspection + optional Damage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" y="5440680"/>
            <a:ext cx="457200" cy="457200"/>
          </a:xfrm>
          <a:prstGeom prst="ellipse">
            <a:avLst/>
          </a:prstGeom>
          <a:solidFill>
            <a:srgbClr val="E8A93C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440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539496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 days × rate + extra-km + late fee + damage + 18% tax → insert Invoice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Stands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5240">
            <a:solidFill>
              <a:srgbClr val="A9D8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617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ts val="1700"/>
              </a:lnSpc>
              <a:spcAft>
                <a:spcPts val="1100"/>
              </a:spcAft>
              <a:buSzPct val="100000"/>
              <a:buChar char="✓"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MySQL schema with all constraints &amp; triggers</a:t>
            </a:r>
            <a:endParaRPr lang="en-US" sz="1300" dirty="0"/>
          </a:p>
          <a:p>
            <a:pPr marL="254000" indent="-254000">
              <a:lnSpc>
                <a:spcPts val="1700"/>
              </a:lnSpc>
              <a:spcAft>
                <a:spcPts val="1100"/>
              </a:spcAft>
              <a:buSzPct val="100000"/>
              <a:buChar char="✓"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loaded and verified</a:t>
            </a:r>
            <a:endParaRPr lang="en-US" sz="1300" dirty="0"/>
          </a:p>
          <a:p>
            <a:pPr marL="254000" indent="-254000">
              <a:lnSpc>
                <a:spcPts val="1700"/>
              </a:lnSpc>
              <a:spcAft>
                <a:spcPts val="1100"/>
              </a:spcAft>
              <a:buSzPct val="100000"/>
              <a:buChar char="✓"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reporting views + subqueries tested</a:t>
            </a:r>
            <a:endParaRPr lang="en-US" sz="1300" dirty="0"/>
          </a:p>
          <a:p>
            <a:pPr marL="254000" indent="-254000">
              <a:lnSpc>
                <a:spcPts val="1700"/>
              </a:lnSpc>
              <a:spcAft>
                <a:spcPts val="1100"/>
              </a:spcAft>
              <a:buSzPct val="100000"/>
              <a:buChar char="✓"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Tkinter application coded (5 modules)</a:t>
            </a:r>
            <a:endParaRPr lang="en-US" sz="1300" dirty="0"/>
          </a:p>
          <a:p>
            <a:pPr marL="254000" indent="-254000">
              <a:lnSpc>
                <a:spcPts val="1700"/>
              </a:lnSpc>
              <a:spcAft>
                <a:spcPts val="1100"/>
              </a:spcAft>
              <a:buSzPct val="100000"/>
              <a:buChar char="✓"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 logic implemented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5240">
            <a:solidFill>
              <a:srgbClr val="E8C9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82880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29400" y="2377440"/>
            <a:ext cx="4617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ts val="1700"/>
              </a:lnSpc>
              <a:spcAft>
                <a:spcPts val="1100"/>
              </a:spcAft>
              <a:buSzPct val="100000"/>
              <a:buChar char="○"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live run-through on the lab/demo machine</a:t>
            </a:r>
            <a:endParaRPr lang="en-US" sz="1300" dirty="0"/>
          </a:p>
          <a:p>
            <a:pPr marL="254000" indent="-254000">
              <a:lnSpc>
                <a:spcPts val="1700"/>
              </a:lnSpc>
              <a:spcAft>
                <a:spcPts val="1100"/>
              </a:spcAft>
              <a:buSzPct val="100000"/>
              <a:buChar char="○"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capture for the final report</a:t>
            </a:r>
            <a:endParaRPr lang="en-US" sz="1300" dirty="0"/>
          </a:p>
          <a:p>
            <a:pPr marL="254000" indent="-254000">
              <a:lnSpc>
                <a:spcPts val="1700"/>
              </a:lnSpc>
              <a:spcAft>
                <a:spcPts val="1100"/>
              </a:spcAft>
              <a:buSzPct val="100000"/>
              <a:buChar char="○"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Edge-case testing (concurrent bookings, large data)</a:t>
            </a:r>
            <a:endParaRPr lang="en-US" sz="1300" dirty="0"/>
          </a:p>
          <a:p>
            <a:pPr marL="254000" indent="-254000">
              <a:lnSpc>
                <a:spcPts val="1700"/>
              </a:lnSpc>
              <a:spcAft>
                <a:spcPts val="1100"/>
              </a:spcAft>
              <a:buSzPct val="100000"/>
              <a:buChar char="○"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polish pass on the written report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5591556" y="1417320"/>
            <a:ext cx="1005840" cy="1005840"/>
          </a:xfrm>
          <a:prstGeom prst="ellipse">
            <a:avLst/>
          </a:prstGeom>
          <a:solidFill>
            <a:srgbClr val="E8A93C"/>
          </a:solidFill>
          <a:ln/>
        </p:spPr>
      </p:sp>
      <p:pic>
        <p:nvPicPr>
          <p:cNvPr id="4" name="Image 0" descr="/home/claude/project19/ppt/icons/clipboard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2315" y="1548079"/>
            <a:ext cx="744322" cy="7443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78892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0" y="35204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Viva-Voce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19 · Review 3 — Application, Demonstration &amp; Viva-Voce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2026-10-05T09:39:42Z</dcterms:created>
  <dcterms:modified xsi:type="dcterms:W3CDTF">2026-10-05T09:39:42Z</dcterms:modified>
</cp:coreProperties>
</file>