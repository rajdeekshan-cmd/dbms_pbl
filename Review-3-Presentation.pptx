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926080" cy="292608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85800"/>
            <a:ext cx="822960" cy="822960"/>
          </a:xfrm>
          <a:prstGeom prst="ellipse">
            <a:avLst/>
          </a:prstGeom>
          <a:solidFill>
            <a:srgbClr val="E8A93C"/>
          </a:solidFill>
          <a:ln/>
        </p:spPr>
      </p:sp>
      <p:pic>
        <p:nvPicPr>
          <p:cNvPr id="5" name="Image 0" descr="/home/claude/project19/ppt/icon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785" y="79278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• PROJECT NO. 19 • REVIEW 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" y="26974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Rental Reservation and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Return Management System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— Application, Final Demonstration,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Viva-Voce.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257800"/>
            <a:ext cx="2926080" cy="0"/>
          </a:xfrm>
          <a:prstGeom prst="line">
            <a:avLst/>
          </a:prstGeom>
          <a:noFill/>
          <a:ln w="15875">
            <a:solidFill>
              <a:srgbClr val="4450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394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Your Name ]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Roll No. / USN ]  ·  [ Class / Section ]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College Name ] — Week 16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pic>
        <p:nvPicPr>
          <p:cNvPr id="5" name="Image 0" descr="/home/claude/project19/diagram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77440" y="1645920"/>
            <a:ext cx="740664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4688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3977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Tkinter · MySQL Connector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51960" y="914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roject19/ppt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7340" y="9797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89611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— full CRUD on the fleet master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25196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project19/ppt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340" y="198562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83480" y="190195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— full CRUD with licence validation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4251960" y="2926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project19/ppt/icons/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340" y="2991460"/>
            <a:ext cx="372161" cy="372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83480" y="290779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— availability search &amp; booking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425196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3" descr="/home/claude/project19/ppt/icons/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340" y="3997300"/>
            <a:ext cx="372161" cy="3721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83480" y="391363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Return — inspection and auto-billing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4251960" y="4937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4" descr="/home/claude/project19/ppt/icons/ta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340" y="5003140"/>
            <a:ext cx="372161" cy="37216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83480" y="491947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— all 6 views in one dashboard tab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→ Return → Invoice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database access goes through one helper module that always uses parameterised queries.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4480560"/>
          </a:xfrm>
          <a:prstGeom prst="roundRect">
            <a:avLst>
              <a:gd name="adj" fmla="val 1429"/>
            </a:avLst>
          </a:prstGeom>
          <a:solidFill>
            <a:srgbClr val="141B4D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9659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Rental row for the reservation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6517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pickup odometer/time → trigger sets Vehicle.status = RENTED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3832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3375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PICKUP Inspection + FuelReading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0690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0233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return: UPDATE return odometer/time → trigger sets Vehicle.status = AVAILABLE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7548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47091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RETURN Inspection + optional Damage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54406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53949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days × rate + extra-km + late fee + damage + 18% tax → insert Invoice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Stands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240">
            <a:solidFill>
              <a:srgbClr val="A9D8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617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MySQL schema with all constraints &amp; triggers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loaded and verified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reporting views + subqueries tested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Tkinter application coded (5 modules)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logic implemented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240">
            <a:solidFill>
              <a:srgbClr val="E8C9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82880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617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○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live run-through on the lab/demo machine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○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capture for the final report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○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testing (concurrent bookings, large data)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○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polish pass on the written report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591556" y="1417320"/>
            <a:ext cx="1005840" cy="1005840"/>
          </a:xfrm>
          <a:prstGeom prst="ellipse">
            <a:avLst/>
          </a:prstGeom>
          <a:solidFill>
            <a:srgbClr val="E8A93C"/>
          </a:solidFill>
          <a:ln/>
        </p:spPr>
      </p:sp>
      <p:pic>
        <p:nvPicPr>
          <p:cNvPr id="4" name="Image 0" descr="/home/claude/project19/ppt/icons/clipboard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154807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Viva-Voce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19 · Review 3 — Application, Demonstration &amp; Viva-Voce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2026-10-05T09:39:42Z</dcterms:created>
  <dcterms:modified xsi:type="dcterms:W3CDTF">2026-10-05T09:39:42Z</dcterms:modified>
</cp:coreProperties>
</file>