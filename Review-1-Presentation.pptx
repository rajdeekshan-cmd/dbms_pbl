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5" name="Image 0" descr="/home/claude/project19/ppt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92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• PROJECT NO. 19 • REVIEW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Problem Statement, Conceptual Design (ER Diagram)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Relational Schema.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5875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/ USN ]  ·  [ Class / Section 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College Name ] — Week 7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rental tracking breaks down fast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 car-rental agencies still rely on registers, spreadsheets, and phone confirmations to manage vehicles, bookings, and billing across branches.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8488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roject19/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566" y="2700406"/>
            <a:ext cx="433060" cy="433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Double-booking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vehicle gets promised to two customers with no real-time check.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8144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6552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roject19/pp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630" y="2700406"/>
            <a:ext cx="433060" cy="433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disputes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record of vehicle condition at pickup vs. return.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6208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14616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roject19/ppt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94" y="2700406"/>
            <a:ext cx="433060" cy="433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errors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37376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days, extra km, and late fees calculated manually, inconsistently.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34272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12680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roject19/ppt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758" y="2700406"/>
            <a:ext cx="433060" cy="4330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71432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35440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Branch-wise revenue and fleet utilization take days to compile.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110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entities, attributes and relationships through requirement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911096"/>
            <a:ext cx="640080" cy="640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911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conceptual ER diagram covering all principal entities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81528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39242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924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2186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relational schema up to Third Normal Form (3NF)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081528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3392424"/>
            <a:ext cx="640080" cy="640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3924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0" y="32186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keys, CHECK constraints and triggers for business rules in MySQL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8737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873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700016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the database with realistic, testable sample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562856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4873752"/>
            <a:ext cx="640080" cy="640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4873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4700016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joins, aggregates, nested subqueries and views for management reports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vs.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240">
            <a:solidFill>
              <a:srgbClr val="E3B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A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617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/ spreadsheets per branch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vehicle availability check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pickup/return condition record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charge calculation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 of licence validity rules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5C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617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normalized MySQL database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Trigger-based real-time overlap prevention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pickup/return inspection records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invoice calculation with tax &amp; fees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validity enforced at booking 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entities · crow's-foot notation for one-to-many relationships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83112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pic>
        <p:nvPicPr>
          <p:cNvPr id="6" name="Image 0" descr="/home/claude/project19/diagrams/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828800"/>
            <a:ext cx="10725912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Reservation-to-Payment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model tracks a rental from booking to bill, with rules enforced at each step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311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pic>
        <p:nvPicPr>
          <p:cNvPr id="6" name="Image 0" descr="/home/claude/project19/diagrams/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331720"/>
            <a:ext cx="10634472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 — Key Tables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593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 office locations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 / Sedan / SUV / Luxury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(PK); category_id, branch_id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fleet 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Renters, incl. licence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(PK); customer/vehicle/branch/rate_plan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booking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 (PK); reservation_id (FK, UQ)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pickup /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inspection_id (PK); rental_id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 at pickup &amp;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/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invoice_id / payment_id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settlement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4" name="Image 0" descr="/home/claude/project19/ppt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480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Viva-Voce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· Review 1 — Problem Statement, ER Diagram &amp; Relational Schema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2026-10-05T09:38:27Z</dcterms:created>
  <dcterms:modified xsi:type="dcterms:W3CDTF">2026-10-05T09:38:27Z</dcterms:modified>
</cp:coreProperties>
</file>